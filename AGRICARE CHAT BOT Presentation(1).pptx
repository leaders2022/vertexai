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4883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3638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94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51034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2485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560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3895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E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52758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KE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90630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3399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53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9D83DB9-0454-43D0-911E-AE02E4AD0533}" type="datetimeFigureOut">
              <a:rPr lang="en-KE" smtClean="0"/>
              <a:t>24/11/2025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AF265D1-A856-4661-9D9D-C4B7E9A0978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9289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0DC0-5852-5DBE-FD94-7C80039D6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8"/>
            <a:ext cx="10782300" cy="2342384"/>
          </a:xfrm>
        </p:spPr>
        <p:txBody>
          <a:bodyPr/>
          <a:lstStyle/>
          <a:p>
            <a:r>
              <a:rPr lang="en-US" dirty="0"/>
              <a:t>AGRICARE CHAT BOT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7A8D4-08E8-4FA3-AC0B-F2EE73E48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George </a:t>
            </a:r>
            <a:r>
              <a:rPr lang="en-US" dirty="0" err="1"/>
              <a:t>Okubi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5264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1232-04E7-71B8-CF98-6B0D6BFB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066620"/>
          </a:xfrm>
        </p:spPr>
        <p:txBody>
          <a:bodyPr/>
          <a:lstStyle/>
          <a:p>
            <a:pPr algn="ctr"/>
            <a:r>
              <a:rPr lang="en-US" dirty="0"/>
              <a:t>The project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EE3E8C-C310-0957-B550-9FF54B9C4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90" y="1372799"/>
            <a:ext cx="9762111" cy="4716715"/>
          </a:xfrm>
        </p:spPr>
      </p:pic>
    </p:spTree>
    <p:extLst>
      <p:ext uri="{BB962C8B-B14F-4D97-AF65-F5344CB8AC3E}">
        <p14:creationId xmlns:p14="http://schemas.microsoft.com/office/powerpoint/2010/main" val="342299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4ADAD-4327-1CE1-FAD5-5CFFBCAD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</a:t>
            </a:r>
            <a:endParaRPr lang="en-K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6142E2-C5BF-0B24-287B-1E9F340A4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E" sz="3600" dirty="0"/>
              <a:t>Faster diagnosis and reduced crop loss (pilot target: 10-25% reduction in yield loss for participating farmers).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156095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5EBE-A2C0-58F5-4C6D-22F5ACDD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Sustainability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C509B-ED09-CABC-9D5E-249BC33B7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E" sz="3600" dirty="0"/>
              <a:t>Partner with local extension services and input suppliers; freemium model + transaction fees; open-source core for community adoption. 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8421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1F738-CB89-5F1B-02B8-23AF4B99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37AE-9B12-B9C9-5017-1CFC10830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https://github.com/Leaders2022/AgricareAI_Chat_Bot</a:t>
            </a:r>
            <a:endParaRPr lang="en-KE" sz="3600" dirty="0"/>
          </a:p>
        </p:txBody>
      </p:sp>
    </p:spTree>
    <p:extLst>
      <p:ext uri="{BB962C8B-B14F-4D97-AF65-F5344CB8AC3E}">
        <p14:creationId xmlns:p14="http://schemas.microsoft.com/office/powerpoint/2010/main" val="207097325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11</TotalTime>
  <Words>66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 Light</vt:lpstr>
      <vt:lpstr>Metropolitan</vt:lpstr>
      <vt:lpstr>AGRICARE CHAT BOT</vt:lpstr>
      <vt:lpstr>The project</vt:lpstr>
      <vt:lpstr>Impact</vt:lpstr>
      <vt:lpstr>Sustainability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7</cp:revision>
  <dcterms:created xsi:type="dcterms:W3CDTF">2025-11-24T09:38:13Z</dcterms:created>
  <dcterms:modified xsi:type="dcterms:W3CDTF">2025-11-24T09:49:59Z</dcterms:modified>
</cp:coreProperties>
</file>